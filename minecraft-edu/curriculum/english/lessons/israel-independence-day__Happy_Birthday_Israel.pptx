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" name="Shape 4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5200"/>
            </a:lvl1pPr>
            <a:lvl2pPr lvl="1" algn="ctr">
              <a:spcBef>
                <a:spcPts val="0"/>
              </a:spcBef>
              <a:buSzPct val="100000"/>
              <a:defRPr sz="5200"/>
            </a:lvl2pPr>
            <a:lvl3pPr lvl="2" algn="ctr">
              <a:spcBef>
                <a:spcPts val="0"/>
              </a:spcBef>
              <a:buSzPct val="100000"/>
              <a:defRPr sz="5200"/>
            </a:lvl3pPr>
            <a:lvl4pPr lvl="3" algn="ctr">
              <a:spcBef>
                <a:spcPts val="0"/>
              </a:spcBef>
              <a:buSzPct val="100000"/>
              <a:defRPr sz="5200"/>
            </a:lvl4pPr>
            <a:lvl5pPr lvl="4" algn="ctr">
              <a:spcBef>
                <a:spcPts val="0"/>
              </a:spcBef>
              <a:buSzPct val="100000"/>
              <a:defRPr sz="5200"/>
            </a:lvl5pPr>
            <a:lvl6pPr lvl="5" algn="ctr">
              <a:spcBef>
                <a:spcPts val="0"/>
              </a:spcBef>
              <a:buSzPct val="100000"/>
              <a:defRPr sz="5200"/>
            </a:lvl6pPr>
            <a:lvl7pPr lvl="6" algn="ctr">
              <a:spcBef>
                <a:spcPts val="0"/>
              </a:spcBef>
              <a:buSzPct val="100000"/>
              <a:defRPr sz="5200"/>
            </a:lvl7pPr>
            <a:lvl8pPr lvl="7" algn="ctr">
              <a:spcBef>
                <a:spcPts val="0"/>
              </a:spcBef>
              <a:buSzPct val="100000"/>
              <a:defRPr sz="5200"/>
            </a:lvl8pPr>
            <a:lvl9pPr lvl="8" algn="ctr">
              <a:spcBef>
                <a:spcPts val="0"/>
              </a:spcBef>
              <a:buSzPct val="100000"/>
              <a:defRPr sz="5200"/>
            </a:lvl9pPr>
          </a:lstStyle>
          <a:p/>
        </p:txBody>
      </p:sp>
      <p:sp>
        <p:nvSpPr>
          <p:cNvPr id="11" name="Shape 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/>
        </p:txBody>
      </p:sp>
      <p:sp>
        <p:nvSpPr>
          <p:cNvPr id="12" name="Shape 12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secHead">
  <p:cSld name="Section 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 algn="ctr">
              <a:spcBef>
                <a:spcPts val="0"/>
              </a:spcBef>
              <a:buSzPct val="100000"/>
              <a:defRPr sz="3600"/>
            </a:lvl1pPr>
            <a:lvl2pPr lvl="1" algn="ctr">
              <a:spcBef>
                <a:spcPts val="0"/>
              </a:spcBef>
              <a:buSzPct val="100000"/>
              <a:defRPr sz="3600"/>
            </a:lvl2pPr>
            <a:lvl3pPr lvl="2" algn="ctr">
              <a:spcBef>
                <a:spcPts val="0"/>
              </a:spcBef>
              <a:buSzPct val="100000"/>
              <a:defRPr sz="3600"/>
            </a:lvl3pPr>
            <a:lvl4pPr lvl="3" algn="ctr">
              <a:spcBef>
                <a:spcPts val="0"/>
              </a:spcBef>
              <a:buSzPct val="100000"/>
              <a:defRPr sz="3600"/>
            </a:lvl4pPr>
            <a:lvl5pPr lvl="4" algn="ctr">
              <a:spcBef>
                <a:spcPts val="0"/>
              </a:spcBef>
              <a:buSzPct val="100000"/>
              <a:defRPr sz="3600"/>
            </a:lvl5pPr>
            <a:lvl6pPr lvl="5" algn="ctr">
              <a:spcBef>
                <a:spcPts val="0"/>
              </a:spcBef>
              <a:buSzPct val="100000"/>
              <a:defRPr sz="3600"/>
            </a:lvl6pPr>
            <a:lvl7pPr lvl="6" algn="ctr">
              <a:spcBef>
                <a:spcPts val="0"/>
              </a:spcBef>
              <a:buSzPct val="100000"/>
              <a:defRPr sz="3600"/>
            </a:lvl7pPr>
            <a:lvl8pPr lvl="7" algn="ctr">
              <a:spcBef>
                <a:spcPts val="0"/>
              </a:spcBef>
              <a:buSzPct val="100000"/>
              <a:defRPr sz="3600"/>
            </a:lvl8pPr>
            <a:lvl9pPr lvl="8" algn="ctr">
              <a:spcBef>
                <a:spcPts val="0"/>
              </a:spcBef>
              <a:buSzPct val="100000"/>
              <a:defRPr sz="3600"/>
            </a:lvl9pPr>
          </a:lstStyle>
          <a:p/>
        </p:txBody>
      </p:sp>
      <p:sp>
        <p:nvSpPr>
          <p:cNvPr id="15" name="Shape 15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9" name="Shape 1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3" name="Shape 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24" name="Shape 2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7" name="Shape 2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One column 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/>
        </p:txBody>
      </p:sp>
      <p:sp>
        <p:nvSpPr>
          <p:cNvPr id="31" name="Shape 31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Main 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buSzPct val="100000"/>
              <a:defRPr sz="4800"/>
            </a:lvl1pPr>
            <a:lvl2pPr lvl="1">
              <a:spcBef>
                <a:spcPts val="0"/>
              </a:spcBef>
              <a:buSzPct val="100000"/>
              <a:defRPr sz="4800"/>
            </a:lvl2pPr>
            <a:lvl3pPr lvl="2">
              <a:spcBef>
                <a:spcPts val="0"/>
              </a:spcBef>
              <a:buSzPct val="100000"/>
              <a:defRPr sz="4800"/>
            </a:lvl3pPr>
            <a:lvl4pPr lvl="3">
              <a:spcBef>
                <a:spcPts val="0"/>
              </a:spcBef>
              <a:buSzPct val="100000"/>
              <a:defRPr sz="4800"/>
            </a:lvl4pPr>
            <a:lvl5pPr lvl="4">
              <a:spcBef>
                <a:spcPts val="0"/>
              </a:spcBef>
              <a:buSzPct val="100000"/>
              <a:defRPr sz="4800"/>
            </a:lvl5pPr>
            <a:lvl6pPr lvl="5">
              <a:spcBef>
                <a:spcPts val="0"/>
              </a:spcBef>
              <a:buSzPct val="100000"/>
              <a:defRPr sz="4800"/>
            </a:lvl6pPr>
            <a:lvl7pPr lvl="6">
              <a:spcBef>
                <a:spcPts val="0"/>
              </a:spcBef>
              <a:buSzPct val="100000"/>
              <a:defRPr sz="4800"/>
            </a:lvl7pPr>
            <a:lvl8pPr lvl="7">
              <a:spcBef>
                <a:spcPts val="0"/>
              </a:spcBef>
              <a:buSzPct val="100000"/>
              <a:defRPr sz="4800"/>
            </a:lvl8pPr>
            <a:lvl9pPr lvl="8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34" name="Shape 34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Section title and 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7" name="Shape 3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/>
        </p:txBody>
      </p:sp>
      <p:sp>
        <p:nvSpPr>
          <p:cNvPr id="38" name="Shape 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/>
        </p:txBody>
      </p:sp>
      <p:sp>
        <p:nvSpPr>
          <p:cNvPr id="39" name="Shape 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0" name="Shape 40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rIns="91425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/>
        </p:txBody>
      </p:sp>
      <p:sp>
        <p:nvSpPr>
          <p:cNvPr id="43" name="Shape 43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Big 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12000"/>
            </a:lvl1pPr>
            <a:lvl2pPr lvl="1" algn="ctr">
              <a:spcBef>
                <a:spcPts val="0"/>
              </a:spcBef>
              <a:buSzPct val="100000"/>
              <a:defRPr sz="12000"/>
            </a:lvl2pPr>
            <a:lvl3pPr lvl="2" algn="ctr">
              <a:spcBef>
                <a:spcPts val="0"/>
              </a:spcBef>
              <a:buSzPct val="100000"/>
              <a:defRPr sz="12000"/>
            </a:lvl3pPr>
            <a:lvl4pPr lvl="3" algn="ctr">
              <a:spcBef>
                <a:spcPts val="0"/>
              </a:spcBef>
              <a:buSzPct val="100000"/>
              <a:defRPr sz="12000"/>
            </a:lvl4pPr>
            <a:lvl5pPr lvl="4" algn="ctr">
              <a:spcBef>
                <a:spcPts val="0"/>
              </a:spcBef>
              <a:buSzPct val="100000"/>
              <a:defRPr sz="12000"/>
            </a:lvl5pPr>
            <a:lvl6pPr lvl="5" algn="ctr">
              <a:spcBef>
                <a:spcPts val="0"/>
              </a:spcBef>
              <a:buSzPct val="100000"/>
              <a:defRPr sz="12000"/>
            </a:lvl6pPr>
            <a:lvl7pPr lvl="6" algn="ctr">
              <a:spcBef>
                <a:spcPts val="0"/>
              </a:spcBef>
              <a:buSzPct val="100000"/>
              <a:defRPr sz="12000"/>
            </a:lvl7pPr>
            <a:lvl8pPr lvl="7" algn="ctr">
              <a:spcBef>
                <a:spcPts val="0"/>
              </a:spcBef>
              <a:buSzPct val="100000"/>
              <a:defRPr sz="12000"/>
            </a:lvl8pPr>
            <a:lvl9pPr lvl="8" algn="ctr">
              <a:spcBef>
                <a:spcPts val="0"/>
              </a:spcBef>
              <a:buSzPct val="100000"/>
              <a:defRPr sz="12000"/>
            </a:lvl9pPr>
          </a:lstStyle>
          <a:p/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/>
        </p:txBody>
      </p:sp>
      <p:sp>
        <p:nvSpPr>
          <p:cNvPr id="47" name="Shape 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Shape 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defRPr sz="18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en-GB" sz="1000">
                <a:solidFill>
                  <a:schemeClr val="dk2"/>
                </a:solidFill>
              </a:rPr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D0E0E3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/>
              <a:t>Happy Birthday, Israel!</a:t>
            </a:r>
          </a:p>
        </p:txBody>
      </p:sp>
      <p:sp>
        <p:nvSpPr>
          <p:cNvPr id="55" name="Shape 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GB"/>
              <a:t>I wish you, Israel 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…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May all your dreams come true, Israel!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</a:rPr>
              <a:t>Let's celebrate Our Independence Day together</a:t>
            </a:r>
          </a:p>
          <a:p>
            <a: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File:Star of David 3.svg" id="56" name="Shape 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3150" y="3582900"/>
            <a:ext cx="1370100" cy="137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